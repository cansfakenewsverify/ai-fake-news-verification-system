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封面。列印後請黃崇源老師在右下角簽名欄簽名。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4128" y="868680"/>
            <a:ext cx="10143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長庚大學　資訊工程學系　軟硬體專題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24128" y="1371600"/>
            <a:ext cx="1014343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為核心的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假訊息驗證系統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024128" y="3127248"/>
            <a:ext cx="101434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系統名稱：全民查證公社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報告別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87168" y="38221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第三次進度報告　·　2026 年 9 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4224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團隊成員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422452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廖晢勛、石岱勳、姚睿、張宇宏、廖育翔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626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87168" y="462686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黃崇源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5029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系統網址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87168" y="5029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5431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87168" y="54315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github.com/cansfakenewsverify/AI-Fake-News-Verification-System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58607" y="3749040"/>
            <a:ext cx="3108960" cy="1828800"/>
          </a:xfrm>
          <a:prstGeom prst="roundRect">
            <a:avLst>
              <a:gd name="adj" fmla="val 3000"/>
            </a:avLst>
          </a:prstGeom>
          <a:solidFill>
            <a:srgbClr val="111111"/>
          </a:solidFill>
          <a:ln w="12700">
            <a:solidFill>
              <a:srgbClr val="6A6A7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87207" y="39502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指導教授簽名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87207" y="4590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簽名：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18727" y="4864608"/>
            <a:ext cx="1920240" cy="0"/>
          </a:xfrm>
          <a:prstGeom prst="line">
            <a:avLst/>
          </a:prstGeom>
          <a:noFill/>
          <a:ln w="12700">
            <a:solidFill>
              <a:srgbClr val="D6D6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7207" y="50474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18727" y="5321808"/>
            <a:ext cx="1920240" cy="0"/>
          </a:xfrm>
          <a:prstGeom prst="line">
            <a:avLst/>
          </a:prstGeom>
          <a:noFill/>
          <a:ln w="12700">
            <a:solidFill>
              <a:srgbClr val="D6D6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這一期做了什麼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上次報告時系統只能在組員電腦上跑；現在任何人都能直接打開網址使用。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773936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上雲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57984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Vercel、後端 Render、資料改存 Supabase PostgreSQL（含 pgvector）。2026-09-19 起上線運作。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627632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1773936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介面重做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157984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依規格書 v1.3 與設計稿重寫前端，統一文案與紅黃綠燈的使用規則。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255264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來源紀律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639312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只採計已做出判定的查核來源；找不到就標示「尚無查核機構證實」，而且不給綠燈。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8728" y="3108960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16472" y="3255264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　上線護欄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16472" y="3639312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AI 呼叫上限、每個 IP 的頻率限制、請求與上傳大小上限。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590288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736592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測試計畫書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5120640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依課程格式完成 TP-FNV-2026-01（5 類 46 項），執行兩輪並記錄未結缺陷。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78728" y="4590288"/>
            <a:ext cx="5346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6472" y="4736592"/>
            <a:ext cx="487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　簡報影片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16472" y="5120640"/>
            <a:ext cx="4870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依老師 9/20 的規定錄製 4 分 38 秒預錄影片，畫面全部是正式站實錄。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系統在做什麼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貼上收到的可疑訊息（文字或網址），拿到判定與已做出判定的查核來源。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單筆查證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判定為詐騙、假訊息或查無異常，以紅黃綠燈呈現；判不出來標「無法查證」。每一筆結果都有自己的網址，可複製連結或分享到 Threads。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3684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3140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 MyGoPen、台灣事實查核中心與 Cofacts 的查核結果，可切換「全部」與「未查證」。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0440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9896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79896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查證過而且有來源佐證的內容都留在這裡，可以搜尋關鍵字，也可依判定篩選。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07195" y="1755648"/>
            <a:ext cx="2517572" cy="3566160"/>
          </a:xfrm>
          <a:prstGeom prst="roundRect">
            <a:avLst>
              <a:gd name="adj" fmla="val 2179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651" y="1956816"/>
            <a:ext cx="20786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查核機器人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326651" y="2724912"/>
            <a:ext cx="20786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在可疑貼文底下標記機器人，它會回覆判定、來源與結果頁連結。目前以模擬模式展示，尚未對外開放。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54126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不需要註冊，不需要登入；查詢紀錄只留在使用者自己的瀏覽器，不上傳。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關鍵技術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四項技術決定了這套系統能不能便宜、穩定而且誠實地回答問題。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5346040" cy="1938528"/>
          </a:xfrm>
          <a:prstGeom prst="roundRect">
            <a:avLst>
              <a:gd name="adj" fmla="val 2830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83664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向量語意檢索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22576"/>
            <a:ext cx="4833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text-embedding-3-small 將訊息轉成 1536 維向量，存入 PostgreSQL 的 pgvector 並以 cosine 相似度比對。門檻 0.75 是用實測資料校準出來的：同一謠言的改寫版落在 0.79–0.82，不同謠言不超過 0.68。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700784"/>
            <a:ext cx="534604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4760" y="1883664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三層快取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34760" y="2322576"/>
            <a:ext cx="4833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相同內容、語意相似、AI 判讀依序嘗試，把最貴的一步留到最後。雜湊命中 213 ms、向量命中約 3 秒、AI 判讀 9–27 秒；命中快取不耗用 AI 額度。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534604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23360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62272"/>
            <a:ext cx="4833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把查核來源分成三級，只有已經做出判定的機構或媒體查核報導能顯示為來源。找不到就標示「尚無查核機構證實」，而且不給綠燈——寧可說還沒被證實，也不給一個看起來有來源的答案。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8728" y="3840480"/>
            <a:ext cx="5346040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4760" y="4023360"/>
            <a:ext cx="483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雲端部署與護欄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34760" y="4462272"/>
            <a:ext cx="4833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 靜態前端同源代理到 Render 的 FastAPI 後端，資料在 Supabase。對外連線一律經 SSRF 防護，另有每日 AI 次數上限、每個 IP 的頻率限制與請求大小上限。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金鑰只存在負責人本機的設定檔與 Render 後台；版本庫是公開的，裡面不含任何金鑰。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04088" y="2011680"/>
            <a:ext cx="1691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1579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41401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瀏覽器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手機或電腦，不用登入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2697480"/>
            <a:ext cx="45720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99232" y="2011680"/>
            <a:ext cx="1691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82112" y="21579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41401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182112" y="2834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靜態檔・/api 同源代理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64024" y="2697480"/>
            <a:ext cx="45720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294376" y="201168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77256" y="21579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414016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FastAPI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77256" y="2834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判讀流程都在這裡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3968496"/>
            <a:ext cx="2926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114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SUPABASE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86968" y="4370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914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PostgreSQL ＋ pgvector：知識庫、結果、熱門、用量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67128" y="3456432"/>
            <a:ext cx="0" cy="45720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233672" y="3968496"/>
            <a:ext cx="29260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16552" y="4114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416552" y="437083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閘道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479145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判讀模型 gpt-5.4-mini；向量模型 text-embedding-3-small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96712" y="3456432"/>
            <a:ext cx="0" cy="45720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判讀流程：先找答案，找不到才問 AI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呼叫大型語言模型是最貴的一步，所以只有前兩層都沒有命中時才真的呼叫。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892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相同內容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249424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內容雜湊比對，完全一樣就直接沿用先前的判定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515807" y="1773936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213 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515807" y="2276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98064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29169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語意相似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72768" y="3273552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向量比對，門檻 0.75，而且只比對已經證實的資料列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515807" y="2798064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3.1 秒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15807" y="3300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7857439" cy="896112"/>
          </a:xfrm>
          <a:prstGeom prst="roundRect">
            <a:avLst>
              <a:gd name="adj" fmla="val 6122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941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判讀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72768" y="4297680"/>
            <a:ext cx="65772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前兩層都沒有命中才呼叫一次模型；判讀對象一律是使用者原文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515807" y="3822192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9–27 秒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515807" y="4325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實測延遲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97135" y="1773936"/>
            <a:ext cx="1627632" cy="3017520"/>
          </a:xfrm>
          <a:prstGeom prst="roundRect">
            <a:avLst>
              <a:gd name="adj" fmla="val 3371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80015" y="19568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 0.75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180015" y="2304288"/>
            <a:ext cx="1280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實測校準：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同一謠言的改寫版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0.79–0.82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不同謠言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0.68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先前的 0.88 會把改寫版全部擋掉，等於讓向量層失去作用。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13892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上線護欄：每日 AI 呼叫 300 次／日　·　每個 IP 30 次／分、200 次／時　·　請求 1 MB、圖片 10 MB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486400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達到每日上限後仍可回覆命中快取的內容；快取命中不呼叫 AI、不佔用額度。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實際困難點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以下四項是開發過程中真正卡住、而且改了設計才解決的問題。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82496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1051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向量層形同虛設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82112" y="180136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相似度門檻原本設 0.88。實測發現同一謠言的改寫版只有 0.79–0.82，全部被擋在門外，語意快取等於沒有作用。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88352" y="1801368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改以實測資料校準門檻為 0.75，並確認不同謠言之間不超過 0.68，不會誤命中。改寫版開始正常命中。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77063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8986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分析對象被偷換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182112" y="288950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使用者貼文字時，系統原本會先去爬網頁，再拿爬到的全文與知識庫比對。長篇網頁對上一句話的謠言，相似度永遠過不了門檻。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88352" y="2889504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改為文字輸入一律以使用者原文送 AI 與向量比對，爬到的頁面降級為參考資料，並補上回歸測試防止改回去。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858768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9867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同一則謠言出現兩種標籤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182112" y="397764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查核報導被當成謠言本身判定：同一則 SIM 卡謠言，一家媒體的查核報導被標成假訊息，另一家被標成安全。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3977640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判定對象改為「被查核的主張」而非報導本身，並以標題判定詞、AI 指示與既有資料修復三道防線處理。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946904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0749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免費雲端主機會休眠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182112" y="50657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後端閒置 15 分鐘即休眠，喚醒約需 1 分鐘，但結果頁 15 秒逾時就顯示「連不上伺服器」，使用者以為壞掉。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388352" y="5065776"/>
            <a:ext cx="39986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　</a:t>
            </a:r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結果頁改為在 90 秒內持續重試並維持載入畫面，後端恢復後自動重新載入；送出查證的逾時延長至 75 秒。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0533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每一項都留下缺陷編號與回歸測試，修正內容可在測試計畫書與版本庫中回溯。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自建 150 筆已標註的訊息（詐騙、假訊息、安全各 50），其中刻意放入「看起來像詐騙的合法官方訊息」當難題。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92224"/>
            <a:ext cx="29260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9568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前一版　2026-06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49424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96.0</a:t>
            </a:r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準確率　gpt-5-mini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5112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macro-F1 0.960　·　漏判 0　·　誤報 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58768" y="1792224"/>
            <a:ext cx="2926080" cy="2286000"/>
          </a:xfrm>
          <a:prstGeom prst="roundRect">
            <a:avLst>
              <a:gd name="adj" fmla="val 240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96512" y="19568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　2026-09-16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096512" y="2249424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4096512" y="3163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準確率　gpt-5.4-mini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96512" y="35112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6D6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macro-F1 1.000　·　漏判 0　·　誤報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33488" y="1792224"/>
            <a:ext cx="4291279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993392"/>
            <a:ext cx="37426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兩次評測都沒有把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詐騙或假訊息判成安全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926080"/>
            <a:ext cx="37426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也就是漏判（false negative）為 0。前一版的 5 次誤報全部是把反詐宣導或政府補助公告誤判成詐騙，新版已全部判對。現行結果的 95% 信賴區間為 0.976–1.000。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315968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F4F4F6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480560"/>
            <a:ext cx="10509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 100% 不能解讀成「系統不會出錯」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846320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筆全部判對，代表這組題庫對現行模型已經飽和，分不出模型或設定之間的差異；而且題庫自 2026 年 6 月起就公開在版本庫中，無法排除新模型看過。下一步是把題庫擴充後再比較——這一點在報告與影片中都一併說明。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用什麼方法檢驗成果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四種方法並行，其中兩種刻意交給沒有參與實作的人執行，避免自己檢查自己。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後端自動化測試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3140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3140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前端自動化測試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0440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9896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46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9896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測試計畫書項目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07195" y="1755648"/>
            <a:ext cx="2517572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4D4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651" y="1883664"/>
            <a:ext cx="20786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 / 30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651" y="2505456"/>
            <a:ext cx="2078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重測通過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16382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TP-FNV-2026-01：5 類 46 項，含通過準則與中止規則。第一輪 P0 通過 23／30，修正缺陷後重測 27／30。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675888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767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PF-2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304288" y="3767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75888" y="3749040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語意快取命中率 65%（13／20），未達 70% 的準則。沒有為了讓它通過而調低 0.75 的門檻——那是實測校準值，調低會提高誤命中。已排定由組員重新出題後重測。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389120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UI-1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304288" y="4480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素材已補齊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675888" y="4462272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介面逐格檢核。深色版截圖已於 9 月 20 日補齊（54 張），檢核表共 143 列，由非實作組員勾核、另一位組員覆核中。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02352"/>
            <a:ext cx="110578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UI-6、PF-1、OP-1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304288" y="5193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未執行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675888" y="5175504"/>
            <a:ext cx="79488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分別需要另外安裝的比對工具、未合入的量測參數，以及全新環境的重新取得流程；均非測試失敗。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誠實交代的限制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90461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以下每一項都寫在書面報告、投影片與簡報影片裡，不迴避。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00784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　Threads 機器人尚未對外開放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029968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流程與程式都完成並以模擬模式驗證過，但要公開回覆一般使用者，必須先通過 Meta 的 App Review 與企業驗證；在那之前只有被加入測試名單的帳號收得到回覆。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1700784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　評測資料集已飽和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9624" y="2029968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筆對現行模型已經分不出差異，需要擴充後再比較。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90672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　語意快取命中率未達準則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419856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 對 70% 的目標。不以調低門檻的方式讓它通過。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3090672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　免費雲端方案會休眠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89624" y="3419856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15 分鐘沒有流量會休眠，喚醒約 1 分鐘；前端會自動重試並顯示提示，但第一次查詢仍可能較慢。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80560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　知識庫仍有待清理的資料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809744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9/20 檢查發現雲端知識庫 128 筆中有 24 筆的「查核來源」其實是求證平台上尚未有判定的回報貼文，卻被標成查核機構等級。已列入待辦，下一期清除或重新標記。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78728" y="4480560"/>
            <a:ext cx="534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　AI 判讀僅供參考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89624" y="4809744"/>
            <a:ext cx="50351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每一頁都標示判讀由 AI 自動產生、可能有誤，請使用者自行查證；另提供隱私政策與資料刪除說明。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0461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下一步與分工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1447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　·　第三次進度報告　2026-09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0299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實機串接：申請 Meta App Review 與企業驗證，完成後對外開放。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59689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57860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找非團隊成員的一般使用者實測，記錄達成率與誤解之處，作為第三方驗證。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6382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45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擴充評測資料集並重新評測，取得能分辨模型差異的結果。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1246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PF-2 重測，並清理知識庫中 24 筆標記錯誤的來源。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27939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補做 UI-6、PF-1、OP-1 三項未執行的測試。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86460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84632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開放首頁的圖片上傳介面（後端端點已具備檔頭檢查與大小限制）。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1572768"/>
            <a:ext cx="51142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510528" y="2011680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10528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16368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A．測試負責人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237744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系統實作與部署、測試執行與彙整、金鑰與資料管理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10528" y="2724912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28163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石岱勳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516368" y="2816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B．介面測試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10528" y="3090672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介面截圖逐格勾核、手機實機與行動網路測試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10528" y="3438144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10528" y="3529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姚睿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35295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C．績效與品質數據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10528" y="3803904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語意快取題組出題與命中率量測、效能數據整理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10528" y="4151376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10528" y="42428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張宇宏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4242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D．文件與審查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0528" y="4517136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維護測試計畫書、覆核檢核表、文件一致性檢查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10528" y="4864608"/>
            <a:ext cx="5114239" cy="0"/>
          </a:xfrm>
          <a:prstGeom prst="line">
            <a:avLst/>
          </a:prstGeom>
          <a:noFill/>
          <a:ln w="12700">
            <a:solidFill>
              <a:srgbClr val="D4D4D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10528" y="4956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廖育翔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516368" y="49560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B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 E．影片與簡報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510528" y="5230368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簡報影片與投影片、報告呈現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4128" y="731520"/>
            <a:ext cx="101434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附件與可查證的位置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24128" y="15910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線上系統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33088" y="1591056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2066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簡報影片（4 分 38 秒）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33088" y="2066544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https://fakenewsverify.vercel.app/demo/presentation_v1.mp4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2542032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github.com/cansfakenewsverify/AI-Fake-News-Verification-System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33088" y="3017520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docs/test/TP-FNV-2026-01.md（v1.5）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34930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評測資料與結果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33088" y="3493008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code/backend/data/eval_set.csv、eval_*.csv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968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介面檢核表與截圖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3968496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docs/test/ui_checklist.csv、docs/test/screens/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4439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9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規格與設計文件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33088" y="4443984"/>
            <a:ext cx="7034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docs/rebuild/（共識、規格書 v1.3、設計稿、實作票、部署手冊）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08406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本專題的程式實作與自動化測試執行由 AI 程式開發助理 Claude Code（Anthropic）協助完成，全程在負責人監督下進行。需要人工判斷的工作——介面勾核、資料清洗審閱、測試結論與簽核——由組員與審查者執行，不由 AI 代為判定。此說明同時記載於測試計畫書中。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161727" y="61447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為核心的假訊息驗證系統 — 第三次進度報告</dc:title>
  <dc:subject>PptxGenJS Presentation</dc:subject>
  <dc:creator>廖晢勛、石岱勳、姚睿、張宇宏、廖育翔</dc:creator>
  <cp:lastModifiedBy>廖晢勛、石岱勳、姚睿、張宇宏、廖育翔</cp:lastModifiedBy>
  <cp:revision>1</cp:revision>
  <dcterms:created xsi:type="dcterms:W3CDTF">2026-09-21T04:23:23Z</dcterms:created>
  <dcterms:modified xsi:type="dcterms:W3CDTF">2026-09-21T04:23:23Z</dcterms:modified>
</cp:coreProperties>
</file>