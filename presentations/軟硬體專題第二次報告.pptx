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65" r:id="rId3"/>
    <p:sldId id="268" r:id="rId4"/>
    <p:sldId id="267" r:id="rId5"/>
    <p:sldId id="264" r:id="rId6"/>
    <p:sldId id="261" r:id="rId7"/>
    <p:sldId id="266" r:id="rId8"/>
    <p:sldId id="263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F0146B-132F-E7D4-3836-76C731E1436E}" v="114" dt="2026-05-30T16:48:18.0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96" y="110"/>
      </p:cViewPr>
      <p:guideLst/>
    </p:cSldViewPr>
  </p:slideViewPr>
  <p:notesTextViewPr>
    <p:cViewPr>
      <p:scale>
        <a:sx n="1" d="1"/>
        <a:sy n="1" d="1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4637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490674-8BC5-A7EB-1023-EF91E289E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E700427-09C1-F784-90ED-7652954D8B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54E6569-B389-6A7A-2570-BB83ED69D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A76F2-68F1-46B1-B364-76257B367936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DDE41D5-16D4-555A-4028-9E7B46406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F600CA-D21B-CCE9-D74A-53D3A6CED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7D983-864F-45E1-993F-B9F6EF3EBF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6643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422F71-8D70-C301-2F82-0D4DF1661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EA5D1F5-2BAB-F3A0-8C6C-DA40EE482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6601BD-E712-C368-D255-BA0A516F5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A76F2-68F1-46B1-B364-76257B367936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1AF0D06-40D0-EB20-1FB8-2057BAF22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017AC96-19C7-B0F5-94BC-9721A7902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7D983-864F-45E1-993F-B9F6EF3EBF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006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0B9632-14A5-890E-503E-2E38724BD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4394C4C-F33D-B05C-ADFE-32B0FE66D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3201BD-B918-D0BB-5884-B5A51A598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A76F2-68F1-46B1-B364-76257B367936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D530D9C-3712-C2D4-564B-ACFD62648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D950132-EB90-A987-7C1E-1F65722BD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7D983-864F-45E1-993F-B9F6EF3EBF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7320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0D3A65-3581-CB9C-A51E-3EABF3DB9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0D6CF24-F839-676D-332E-F9A79A8A1E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FA7ADD9-AD1C-4FF9-08F5-4F5771341B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222A3E3-A4D9-13BA-4504-4F23A7FCF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A76F2-68F1-46B1-B364-76257B367936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C08F1D3-FEDA-AC97-860D-19F874FAB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5457B3B-211D-DFA4-5131-CDD307AF9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7D983-864F-45E1-993F-B9F6EF3EBF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6855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C708C9-72FD-7D40-811A-FE76577CF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AB5EBFA-408F-D639-2EF7-9D424CD9E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F428589-ED92-B25A-43B6-16DA5112B4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67C620C-0F4B-145D-E8E9-6F68E84A9D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F89DE69-3FF3-3809-B8CD-E0989E9E38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B90A470-18FB-6EC9-91C1-878886523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A76F2-68F1-46B1-B364-76257B367936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40359B6-3FDA-07F6-65D4-7BD830B9F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40C8981-A9F6-FFC0-E3B4-E2E50F770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7D983-864F-45E1-993F-B9F6EF3EBF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7489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91C502-3BD8-5CC2-CD64-0768BC9A9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5E0ACAF-CA8F-9BC3-3FFA-2506FA394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A76F2-68F1-46B1-B364-76257B367936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28DB1DB-833C-98E9-DAAE-AF3A0DBD4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1F579BC-DEFD-AE75-8A62-878338531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7D983-864F-45E1-993F-B9F6EF3EBF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06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57E82B2-D157-6D09-D690-A63184098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A76F2-68F1-46B1-B364-76257B367936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26615BD-1EBE-5C6F-A29B-025E0A435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7F3AFA-54D3-5A2B-41C6-F952281BF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7D983-864F-45E1-993F-B9F6EF3EBF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4032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1E364C-869F-D1E6-7D8E-E63763552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A12C2E-8173-A3E4-3E1B-B2A67DE31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9B523B7-B113-DFAC-50B3-260FD3633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374497B-F147-6D75-48E9-3B601AB4B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A76F2-68F1-46B1-B364-76257B367936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7A22CF9-AEDF-9C43-0487-EC3CDAD72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90EC9B3-63BE-E66E-9EC1-A56B6565A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7D983-864F-45E1-993F-B9F6EF3EBF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409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47D400-45F7-6A24-1E3F-0A36199C4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5324458-DCFA-3647-C101-07EBC6F852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BC81B7E-D116-9F4C-2907-222CA95D7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EF3199D-AD70-11C5-14D1-A1B5898AF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A76F2-68F1-46B1-B364-76257B367936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99C0FA-7F60-DED6-7679-00B2CC32B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9F3B4BA-F218-99C8-3AD2-C6849BA7C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7D983-864F-45E1-993F-B9F6EF3EBF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8523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A21BD1-37BB-78C7-0F05-798423274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1EBEAF2-6206-1C72-F2EA-B287E19B9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8062071-D979-56D2-F0D6-6D6F311BD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A76F2-68F1-46B1-B364-76257B367936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2100E45-C054-9F96-FD51-AA7015D66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B412386-9699-393E-C8B8-F6C999DFD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7D983-864F-45E1-993F-B9F6EF3EBF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0390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63462A7-0FDF-7120-3334-4F1E2B3F86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8EA9410-6400-CB76-0258-E90CB64D3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377D4C-857F-6E5B-C502-B8FBCF50F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A76F2-68F1-46B1-B364-76257B367936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B085C39-B8F0-719B-B58A-CC6952D74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798B25D-8531-784C-682C-26BAA5158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7D983-864F-45E1-993F-B9F6EF3EBF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024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44CFA5E-C044-DEBC-23E0-DB3210E78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8958CA1-F6EF-373E-F88B-7A7AEE620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18F2740-ED4D-CF18-8665-936AC30B1E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DA76F2-68F1-46B1-B364-76257B367936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39B73A1-3AA7-82F8-3DBF-58E9D6AF8E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9495181-DD19-CD19-913C-EA649D7465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E7D983-864F-45E1-993F-B9F6EF3EBF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7009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BBEDE3-9EE3-A5F4-3FAB-54C3F2BE79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1636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zh-TW" sz="5400"/>
              <a:t>AI</a:t>
            </a:r>
            <a:r>
              <a:rPr lang="zh-TW" altLang="en-US" sz="5400"/>
              <a:t>為核心的假訊息驗證系統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7F23A57-F264-51AF-5C12-3C814848C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1954" y="3001674"/>
            <a:ext cx="9548091" cy="3537672"/>
          </a:xfrm>
        </p:spPr>
        <p:txBody>
          <a:bodyPr>
            <a:normAutofit fontScale="70000" lnSpcReduction="20000"/>
          </a:bodyPr>
          <a:lstStyle/>
          <a:p>
            <a:r>
              <a:rPr lang="zh-TW" altLang="en-US"/>
              <a:t>指導教授：黃崇源</a:t>
            </a:r>
            <a:endParaRPr lang="en-US" altLang="zh-TW"/>
          </a:p>
          <a:p>
            <a:endParaRPr lang="en-US" altLang="zh-TW"/>
          </a:p>
          <a:p>
            <a:r>
              <a:rPr lang="zh-TW" altLang="en-US"/>
              <a:t>團隊成員：</a:t>
            </a:r>
            <a:endParaRPr lang="en-US" altLang="zh-TW"/>
          </a:p>
          <a:p>
            <a:r>
              <a:rPr lang="zh-TW" altLang="en-US"/>
              <a:t>廖育翔</a:t>
            </a:r>
            <a:endParaRPr lang="en-US" altLang="zh-TW"/>
          </a:p>
          <a:p>
            <a:r>
              <a:rPr lang="zh-TW" altLang="en-US"/>
              <a:t>姚睿</a:t>
            </a:r>
            <a:endParaRPr lang="en-US" altLang="zh-TW"/>
          </a:p>
          <a:p>
            <a:r>
              <a:rPr lang="zh-TW" altLang="en-US"/>
              <a:t>石岱勳</a:t>
            </a:r>
            <a:endParaRPr lang="en-US" altLang="zh-TW"/>
          </a:p>
          <a:p>
            <a:r>
              <a:rPr lang="zh-TW" altLang="en-US"/>
              <a:t>張宇宏</a:t>
            </a:r>
            <a:endParaRPr lang="en-US" altLang="zh-TW"/>
          </a:p>
          <a:p>
            <a:r>
              <a:rPr lang="zh-TW" altLang="en-US"/>
              <a:t>廖晢勛</a:t>
            </a:r>
            <a:endParaRPr lang="en-US" altLang="zh-TW"/>
          </a:p>
          <a:p>
            <a:endParaRPr lang="en-US" altLang="zh-TW"/>
          </a:p>
          <a:p>
            <a:r>
              <a:rPr lang="en-US" altLang="zh-TW" err="1"/>
              <a:t>Github</a:t>
            </a:r>
            <a:r>
              <a:rPr lang="en-US" altLang="zh-TW"/>
              <a:t> Repository:</a:t>
            </a:r>
          </a:p>
          <a:p>
            <a:r>
              <a:rPr lang="en-US" altLang="zh-TW"/>
              <a:t>https://github.com/cansfakenewsverify/AI-Fake-News-Verification-System.git</a:t>
            </a:r>
          </a:p>
          <a:p>
            <a:endParaRPr lang="en-US" altLang="zh-TW"/>
          </a:p>
          <a:p>
            <a:endParaRPr lang="en-US" altLang="zh-TW"/>
          </a:p>
          <a:p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0B381C2-F951-1B72-D0BB-E7025AF32D9A}"/>
              </a:ext>
            </a:extLst>
          </p:cNvPr>
          <p:cNvSpPr txBox="1"/>
          <p:nvPr/>
        </p:nvSpPr>
        <p:spPr>
          <a:xfrm>
            <a:off x="11842750" y="6488668"/>
            <a:ext cx="69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/>
              <a:t>1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719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783CE8-1415-96D4-E30C-8C8509960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00" y="220000"/>
            <a:ext cx="9000000" cy="720000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pPr algn="l"/>
            <a:r>
              <a:rPr lang="zh-TW" altLang="en-US" sz="3200" b="1" kern="1200">
                <a:solidFill>
                  <a:srgbClr val="000000"/>
                </a:solidFill>
                <a:latin typeface="Microsoft JhengHei"/>
                <a:ea typeface="+mj-ea"/>
                <a:cs typeface="+mj-cs"/>
              </a:rPr>
              <a:t>系統範圍</a:t>
            </a:r>
            <a:endParaRPr lang="en-US" altLang="zh-TW" sz="3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內容版面配置區 3" descr="一張含有 文字, 圖表, 螢幕擷取畫面, 行 的圖片&#10;&#10;AI 產生的內容可能不正確。">
            <a:extLst>
              <a:ext uri="{FF2B5EF4-FFF2-40B4-BE49-F238E27FC236}">
                <a16:creationId xmlns:a16="http://schemas.microsoft.com/office/drawing/2014/main" id="{B8FC6499-3AA3-19B6-CEC3-BD81E70009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796" r="2208" b="234"/>
          <a:stretch>
            <a:fillRect/>
          </a:stretch>
        </p:blipFill>
        <p:spPr>
          <a:xfrm>
            <a:off x="400000" y="1577302"/>
            <a:ext cx="11392000" cy="416339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614887" y="6498000"/>
            <a:ext cx="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05050"/>
                </a:solidFill>
                <a:latin typeface="Microsoft Jheng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62068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6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9B2AB971-9CB8-B007-C963-58DA931357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0000" y="1893240"/>
            <a:ext cx="11392000" cy="3531519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EE486433-F383-674D-3EAC-B9F782E8F7C8}"/>
              </a:ext>
            </a:extLst>
          </p:cNvPr>
          <p:cNvSpPr txBox="1"/>
          <p:nvPr/>
        </p:nvSpPr>
        <p:spPr>
          <a:xfrm>
            <a:off x="380000" y="220000"/>
            <a:ext cx="9000000" cy="720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 altLang="en-US" sz="3200" b="1">
                <a:solidFill>
                  <a:srgbClr val="000000"/>
                </a:solidFill>
                <a:latin typeface="Microsoft JhengHei"/>
                <a:ea typeface="新細明體"/>
              </a:rPr>
              <a:t>需求環境</a:t>
            </a:r>
          </a:p>
          <a:p>
            <a:pPr algn="l"/>
            <a:endParaRPr lang="zh-TW" altLang="en-US">
              <a:ea typeface="新細明體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627243" y="6498000"/>
            <a:ext cx="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05050"/>
                </a:solidFill>
                <a:latin typeface="Microsoft Jheng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30778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BE384F32-F998-3E02-3D39-7B468B2963EB}"/>
              </a:ext>
            </a:extLst>
          </p:cNvPr>
          <p:cNvSpPr txBox="1"/>
          <p:nvPr/>
        </p:nvSpPr>
        <p:spPr>
          <a:xfrm>
            <a:off x="380000" y="220000"/>
            <a:ext cx="9000000" cy="720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 altLang="en-US" sz="3200" b="1">
                <a:solidFill>
                  <a:srgbClr val="000000"/>
                </a:solidFill>
                <a:latin typeface="Microsoft JhengHei"/>
                <a:ea typeface="新細明體"/>
              </a:rPr>
              <a:t>專題架構</a:t>
            </a:r>
            <a:endParaRPr lang="zh-TW" altLang="en-US"/>
          </a:p>
        </p:txBody>
      </p:sp>
      <p:pic>
        <p:nvPicPr>
          <p:cNvPr id="10" name="圖片 9" descr="一張含有 文字, 圖表, 方案, 工程製圖 的圖片&#10;&#10;AI 產生的內容可能不正確。">
            <a:extLst>
              <a:ext uri="{FF2B5EF4-FFF2-40B4-BE49-F238E27FC236}">
                <a16:creationId xmlns:a16="http://schemas.microsoft.com/office/drawing/2014/main" id="{D950B242-29AA-C5D0-879F-AC5122C55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00" y="1334639"/>
            <a:ext cx="11392000" cy="464872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90173" y="6498000"/>
            <a:ext cx="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dirty="0">
                <a:solidFill>
                  <a:srgbClr val="505050"/>
                </a:solidFill>
                <a:latin typeface="Microsoft Jheng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10881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C8FCA2-626F-56DF-66F7-FF27AF269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00" y="220000"/>
            <a:ext cx="9000000" cy="720000"/>
          </a:xfrm>
        </p:spPr>
        <p:txBody>
          <a:bodyPr wrap="square"/>
          <a:lstStyle/>
          <a:p>
            <a:pPr algn="l"/>
            <a:r>
              <a:rPr lang="zh-TW" altLang="en-US" sz="3200" b="1">
                <a:solidFill>
                  <a:srgbClr val="000000"/>
                </a:solidFill>
                <a:latin typeface="Microsoft JhengHei"/>
                <a:ea typeface="新細明體"/>
              </a:rPr>
              <a:t>活動圖</a:t>
            </a:r>
            <a:endParaRPr lang="zh-TW" altLang="en-US"/>
          </a:p>
        </p:txBody>
      </p:sp>
      <p:pic>
        <p:nvPicPr>
          <p:cNvPr id="4" name="內容版面配置區 3" descr="一張含有 文字, 螢幕擷取畫面, 圖表, 設計 的圖片&#10;&#10;AI 產生的內容可能不正確。">
            <a:extLst>
              <a:ext uri="{FF2B5EF4-FFF2-40B4-BE49-F238E27FC236}">
                <a16:creationId xmlns:a16="http://schemas.microsoft.com/office/drawing/2014/main" id="{BC721BEE-0185-8B6C-F71F-74CFBF3CAE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-46" r="1250" b="19952"/>
          <a:stretch>
            <a:fillRect/>
          </a:stretch>
        </p:blipFill>
        <p:spPr>
          <a:xfrm>
            <a:off x="2780264" y="513127"/>
            <a:ext cx="7209310" cy="58248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909917" y="6575987"/>
            <a:ext cx="28886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TW" sz="1400" dirty="0">
                <a:solidFill>
                  <a:srgbClr val="505050"/>
                </a:solidFill>
                <a:latin typeface="Microsoft JhengHei"/>
              </a:rPr>
              <a:t>5</a:t>
            </a:r>
          </a:p>
          <a:p>
            <a:pPr algn="ctr"/>
            <a:endParaRPr sz="1400" dirty="0">
              <a:solidFill>
                <a:srgbClr val="505050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516426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99CAF99-1988-ABF6-78E1-1979972E80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284" y="980000"/>
            <a:ext cx="8601432" cy="5358000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C706BB44-BEED-AA50-DC40-48F6BAF1C366}"/>
              </a:ext>
            </a:extLst>
          </p:cNvPr>
          <p:cNvSpPr txBox="1"/>
          <p:nvPr/>
        </p:nvSpPr>
        <p:spPr>
          <a:xfrm>
            <a:off x="700045" y="1050068"/>
            <a:ext cx="2296150" cy="8820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138E853-27FF-0055-F08D-93C3D059DA83}"/>
              </a:ext>
            </a:extLst>
          </p:cNvPr>
          <p:cNvSpPr txBox="1"/>
          <p:nvPr/>
        </p:nvSpPr>
        <p:spPr>
          <a:xfrm>
            <a:off x="380000" y="220000"/>
            <a:ext cx="9000000" cy="720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 altLang="en-US" sz="3200" b="1">
                <a:solidFill>
                  <a:srgbClr val="000000"/>
                </a:solidFill>
                <a:latin typeface="Microsoft JhengHei"/>
                <a:ea typeface="新細明體"/>
              </a:rPr>
              <a:t>使用案例圖</a:t>
            </a:r>
          </a:p>
          <a:p>
            <a:pPr algn="l"/>
            <a:endParaRPr lang="zh-TW" altLang="en-US">
              <a:ea typeface="新細明體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45742" y="6498000"/>
            <a:ext cx="28886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TW" sz="1400" dirty="0">
                <a:solidFill>
                  <a:srgbClr val="505050"/>
                </a:solidFill>
                <a:latin typeface="Microsoft JhengHei"/>
              </a:rPr>
              <a:t>6</a:t>
            </a:r>
            <a:endParaRPr sz="1400" dirty="0">
              <a:solidFill>
                <a:srgbClr val="505050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678422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8D92F4-7F3B-F031-6927-54EE0AF51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00" y="220000"/>
            <a:ext cx="9000000" cy="720000"/>
          </a:xfrm>
        </p:spPr>
        <p:txBody>
          <a:bodyPr wrap="square"/>
          <a:lstStyle/>
          <a:p>
            <a:pPr algn="l"/>
            <a:r>
              <a:rPr lang="zh-TW" altLang="en-US" sz="3200" b="1" dirty="0">
                <a:solidFill>
                  <a:srgbClr val="000000"/>
                </a:solidFill>
                <a:latin typeface="Microsoft JhengHei"/>
                <a:ea typeface="新細明體"/>
              </a:rPr>
              <a:t>流程圖</a:t>
            </a:r>
            <a:endParaRPr lang="zh-TW" altLang="en-US" dirty="0"/>
          </a:p>
        </p:txBody>
      </p:sp>
      <p:pic>
        <p:nvPicPr>
          <p:cNvPr id="4" name="內容版面配置區 3" descr="一張含有 文字, 螢幕擷取畫面, 數字, 平行 的圖片&#10;&#10;AI 產生的內容可能不正確。">
            <a:extLst>
              <a:ext uri="{FF2B5EF4-FFF2-40B4-BE49-F238E27FC236}">
                <a16:creationId xmlns:a16="http://schemas.microsoft.com/office/drawing/2014/main" id="{440E1179-9DEA-6B18-66FB-39AE9FFF08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-1" t="5281" r="-145" b="1512"/>
          <a:stretch>
            <a:fillRect/>
          </a:stretch>
        </p:blipFill>
        <p:spPr>
          <a:xfrm>
            <a:off x="1880939" y="1"/>
            <a:ext cx="8354441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08671" y="6498000"/>
            <a:ext cx="28886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TW" sz="1400" dirty="0">
                <a:solidFill>
                  <a:srgbClr val="505050"/>
                </a:solidFill>
                <a:latin typeface="Microsoft JhengHei"/>
              </a:rPr>
              <a:t>7</a:t>
            </a:r>
            <a:endParaRPr sz="1400" dirty="0">
              <a:solidFill>
                <a:srgbClr val="505050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3357956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B1F6FC-EB46-2BD4-AAD4-0B0B361CC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41" y="275478"/>
            <a:ext cx="10515600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ea typeface="新細明體"/>
              </a:rPr>
              <a:t>實體案例圖</a:t>
            </a:r>
            <a:endParaRPr lang="zh-TW" altLang="en-US" sz="3200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BA8B224-85B6-2F04-EDB5-0FF7C555B2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219" y="391510"/>
            <a:ext cx="9431610" cy="6382916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246CEE6F-BA96-C308-EA0E-C5BDBBC2DD11}"/>
              </a:ext>
            </a:extLst>
          </p:cNvPr>
          <p:cNvSpPr txBox="1"/>
          <p:nvPr/>
        </p:nvSpPr>
        <p:spPr>
          <a:xfrm>
            <a:off x="11862619" y="6454080"/>
            <a:ext cx="285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8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83838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Microsoft Office PowerPoint</Application>
  <PresentationFormat>寬螢幕</PresentationFormat>
  <Paragraphs>29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Microsoft JhengHei</vt:lpstr>
      <vt:lpstr>新細明體</vt:lpstr>
      <vt:lpstr>Aptos</vt:lpstr>
      <vt:lpstr>Aptos Display</vt:lpstr>
      <vt:lpstr>Arial</vt:lpstr>
      <vt:lpstr>Office 佈景主題</vt:lpstr>
      <vt:lpstr>AI為核心的假訊息驗證系統</vt:lpstr>
      <vt:lpstr>系統範圍</vt:lpstr>
      <vt:lpstr>PowerPoint 簡報</vt:lpstr>
      <vt:lpstr>PowerPoint 簡報</vt:lpstr>
      <vt:lpstr>活動圖</vt:lpstr>
      <vt:lpstr>PowerPoint 簡報</vt:lpstr>
      <vt:lpstr>流程圖</vt:lpstr>
      <vt:lpstr>實體案例圖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廖育翔</dc:creator>
  <cp:lastModifiedBy>廖育翔</cp:lastModifiedBy>
  <cp:revision>6</cp:revision>
  <dcterms:created xsi:type="dcterms:W3CDTF">2026-05-28T07:24:42Z</dcterms:created>
  <dcterms:modified xsi:type="dcterms:W3CDTF">2026-05-30T17:07:24Z</dcterms:modified>
</cp:coreProperties>
</file>